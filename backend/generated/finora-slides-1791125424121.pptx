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explains money concepts, explores scenarios, and interprets numbers</a:t>
            </a:r>
          </a:p>
          <a:p>
            <a:pPr/>
            <a:r>
              <a:rPr sz="2000">
                <a:solidFill>
                  <a:srgbClr val="DED5C5"/>
                </a:solidFill>
              </a:rPr>
              <a:t>Shows assumptions and keeps the maths transparent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Major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Transparent assumptions behind every calculation</a:t>
            </a:r>
          </a:p>
          <a:p>
            <a:pPr/>
            <a:r>
              <a:rPr sz="2000">
                <a:solidFill>
                  <a:srgbClr val="DED5C5"/>
                </a:solidFill>
              </a:rPr>
              <a:t>Interactive workspace for personal finance analysis</a:t>
            </a:r>
          </a:p>
          <a:p>
            <a:pPr/>
            <a:r>
              <a:rPr sz="2000">
                <a:solidFill>
                  <a:srgbClr val="DED5C5"/>
                </a:solidFill>
              </a:rPr>
              <a:t>Focus on savings, income, expenses, and loan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Financial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Monthly income: 40,000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Monthly expenses: 28,000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Remaining after expenses: 12,000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Example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Monthly savings: 5,000</a:t>
            </a:r>
          </a:p>
          <a:p>
            <a:pPr/>
            <a:r>
              <a:rPr sz="2000">
                <a:solidFill>
                  <a:srgbClr val="DED5C5"/>
                </a:solidFill>
              </a:rPr>
              <a:t>Savings horizon: 24 months</a:t>
            </a:r>
          </a:p>
          <a:p>
            <a:pPr/>
            <a:r>
              <a:rPr sz="2000">
                <a:solidFill>
                  <a:srgbClr val="DED5C5"/>
                </a:solidFill>
              </a:rPr>
              <a:t>Illustrative annual rate: 8%</a:t>
            </a:r>
          </a:p>
          <a:p>
            <a:pPr/>
            <a:r>
              <a:rPr sz="2000">
                <a:solidFill>
                  <a:srgbClr val="DED5C5"/>
                </a:solidFill>
              </a:rPr>
              <a:t>Projected value after horizon: 129,666</a:t>
            </a:r>
          </a:p>
          <a:p>
            <a:pPr/>
            <a:r>
              <a:rPr sz="2000">
                <a:solidFill>
                  <a:srgbClr val="DED5C5"/>
                </a:solidFill>
              </a:rPr>
              <a:t>Loan principal: 300,000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Finora provides clear, assumption‑driven calculations</a:t>
            </a:r>
          </a:p>
          <a:p>
            <a:pPr/>
            <a:r>
              <a:rPr sz="2000">
                <a:solidFill>
                  <a:srgbClr val="DED5C5"/>
                </a:solidFill>
              </a:rPr>
              <a:t>Helps users understand savings growth and loan payments</a:t>
            </a:r>
          </a:p>
          <a:p>
            <a:pPr/>
            <a:r>
              <a:rPr sz="2000">
                <a:solidFill>
                  <a:srgbClr val="DED5C5"/>
                </a:solidFill>
              </a:rPr>
              <a:t>Encourages informed financial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illustrative annual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projected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129666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monthly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