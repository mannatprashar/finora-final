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Monthly budget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D99169"/>
                </a:solidFill>
              </a:rPr>
              <a:t>Finora · educational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Point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ANSWER TO THAT QUESTION:</a:t>
            </a:r>
          </a:p>
          <a:p>
            <a:pPr/>
            <a:r>
              <a:rPr sz="2000">
                <a:solidFill>
                  <a:srgbClr val="DED5C5"/>
                </a:solidFill>
              </a:rPr>
              <a:t>EVIDENCE FOR THAT QUESTION: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Point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The uploaded budget lists Rent 18000, Food 6500 and Transport 2200.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>
                <a:solidFill>
                  <a:srgbClr val="DED5C5"/>
                </a:solidFill>
              </a:rPr>
              <a:t>Use the citations and uploaded material to check the details.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1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F3EFE6"/>
                </a:solidFill>
                <a:latin typeface="Calibri"/>
              </a:rPr>
              <a:t>Figures from the material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515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411480">
                <a:tc>
                  <a:txBody>
                    <a:bodyPr/>
                    <a:lstStyle/>
                    <a:p>
                      <a:r>
                        <a:t>Label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Transport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The uploaded budget lists 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