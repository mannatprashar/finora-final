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Monthly budget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Point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uploaded budget lists Rent 18000, Food 6500 and Transport 2200.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Use the citations and uploaded material to check the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The uploaded budget lists 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