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What is the debt-to-equity ratio?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D99169"/>
                </a:solidFill>
              </a:rPr>
              <a:t>Finora · educational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Point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What is the debt-to-equity ratio?</a:t>
            </a:r>
          </a:p>
          <a:p>
            <a:pPr/>
            <a:r>
              <a:rPr sz="2000">
                <a:solidFill>
                  <a:srgbClr val="DED5C5"/>
                </a:solidFill>
              </a:rPr>
              <a:t>ANSWER TO THAT QUESTION: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Point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The debt-to-equity ratio compares how much debt financing a firm uses with its equity.</a:t>
            </a:r>
          </a:p>
          <a:p>
            <a:pPr/>
            <a:r>
              <a:rPr sz="2000">
                <a:solidFill>
                  <a:srgbClr val="DED5C5"/>
                </a:solidFill>
              </a:rPr>
              <a:t>Higher leverage means more risk and less ability to survive a reversal.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Use the citations and uploaded material to check the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