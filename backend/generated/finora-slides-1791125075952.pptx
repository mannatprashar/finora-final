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helps explain money concepts</a:t>
            </a:r>
          </a:p>
          <a:p>
            <a:pPr/>
            <a:r>
              <a:rPr sz="2000">
                <a:solidFill>
                  <a:srgbClr val="DED5C5"/>
                </a:solidFill>
              </a:rPr>
              <a:t>Explores scenarios</a:t>
            </a:r>
          </a:p>
          <a:p>
            <a:pPr/>
            <a:r>
              <a:rPr sz="2000">
                <a:solidFill>
                  <a:srgbClr val="DED5C5"/>
                </a:solidFill>
              </a:rPr>
              <a:t>Interprets numbers in your workspace</a:t>
            </a:r>
          </a:p>
          <a:p>
            <a:pPr/>
            <a:r>
              <a:rPr sz="2000">
                <a:solidFill>
                  <a:srgbClr val="DED5C5"/>
                </a:solidFill>
              </a:rPr>
              <a:t>Shows assumptions and keeps the maths transparent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Major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Explain a money concept</a:t>
            </a:r>
          </a:p>
          <a:p>
            <a:pPr/>
            <a:r>
              <a:rPr sz="2000">
                <a:solidFill>
                  <a:srgbClr val="DED5C5"/>
                </a:solidFill>
              </a:rPr>
              <a:t>Explore a scenario</a:t>
            </a:r>
          </a:p>
          <a:p>
            <a:pPr/>
            <a:r>
              <a:rPr sz="2000">
                <a:solidFill>
                  <a:srgbClr val="DED5C5"/>
                </a:solidFill>
              </a:rPr>
              <a:t>Interpret the numbers in your workspace</a:t>
            </a:r>
          </a:p>
          <a:p>
            <a:pPr/>
            <a:r>
              <a:rPr sz="2000">
                <a:solidFill>
                  <a:srgbClr val="DED5C5"/>
                </a:solidFill>
              </a:rPr>
              <a:t>Assumption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– Savings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savings: 5,000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Horizon: 24 months</a:t>
            </a:r>
          </a:p>
          <a:p>
            <a:pPr/>
            <a:r>
              <a:rPr sz="2000">
                <a:solidFill>
                  <a:srgbClr val="DED5C5"/>
                </a:solidFill>
              </a:rPr>
              <a:t>Illustrative annual rate: 8%</a:t>
            </a:r>
          </a:p>
          <a:p>
            <a:pPr/>
            <a:r>
              <a:rPr sz="2000">
                <a:solidFill>
                  <a:srgbClr val="DED5C5"/>
                </a:solidFill>
              </a:rPr>
              <a:t>Projected value: 129,666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– Budget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income: 40,000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Monthly expenses: 28,000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Remaining amount: 12,000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– Loan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Loan principal: 300,000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Loan annual rate: 10%</a:t>
            </a:r>
          </a:p>
          <a:p>
            <a:pPr/>
            <a:r>
              <a:rPr sz="2000">
                <a:solidFill>
                  <a:srgbClr val="DED5C5"/>
                </a:solidFill>
              </a:rPr>
              <a:t>Loan term: 3 years</a:t>
            </a:r>
          </a:p>
          <a:p>
            <a:pPr/>
            <a:r>
              <a:rPr sz="2000">
                <a:solidFill>
                  <a:srgbClr val="DED5C5"/>
                </a:solidFill>
              </a:rPr>
              <a:t>Estimated EMI: 9,680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provides clear, assumption‑driven calculations</a:t>
            </a:r>
          </a:p>
          <a:p>
            <a:pPr/>
            <a:r>
              <a:rPr sz="2000">
                <a:solidFill>
                  <a:srgbClr val="DED5C5"/>
                </a:solidFill>
              </a:rPr>
              <a:t>Supports budgeting, savings, and loan analysis</a:t>
            </a:r>
          </a:p>
          <a:p>
            <a:pPr/>
            <a:r>
              <a:rPr sz="2000">
                <a:solidFill>
                  <a:srgbClr val="DED5C5"/>
                </a:solidFill>
              </a:rPr>
              <a:t>Keeps the maths transparent for better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illustrative annual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projected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129666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