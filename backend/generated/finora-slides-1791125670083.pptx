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Finora Financial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D99169"/>
                </a:solidFill>
              </a:rPr>
              <a:t>Finora · educational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Finora can explain a money concept, explore a scenario, or interpret the numbers in your workspace</a:t>
            </a:r>
          </a:p>
          <a:p>
            <a:pPr/>
            <a:r>
              <a:rPr sz="2000">
                <a:solidFill>
                  <a:srgbClr val="DED5C5"/>
                </a:solidFill>
              </a:rPr>
              <a:t>Assumptions are shown and the maths stays transparent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Major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Explain money concepts clearly</a:t>
            </a:r>
          </a:p>
          <a:p>
            <a:pPr/>
            <a:r>
              <a:rPr sz="2000">
                <a:solidFill>
                  <a:srgbClr val="DED5C5"/>
                </a:solidFill>
              </a:rPr>
              <a:t>Explore financial scenarios with user‑provided data</a:t>
            </a:r>
          </a:p>
          <a:p>
            <a:pPr/>
            <a:r>
              <a:rPr sz="2000">
                <a:solidFill>
                  <a:srgbClr val="DED5C5"/>
                </a:solidFill>
              </a:rPr>
              <a:t>Interpret numbers and show underlying assumptions</a:t>
            </a:r>
          </a:p>
          <a:p>
            <a:pPr/>
            <a:r>
              <a:rPr sz="2000">
                <a:solidFill>
                  <a:srgbClr val="DED5C5"/>
                </a:solidFill>
              </a:rPr>
              <a:t>Keep calculations transparent and easy to follow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Example Workspace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Monthly savings: 5,000</a:t>
            </a:r>
          </a:p>
          <a:p>
            <a:pPr/>
            <a:r>
              <a:rPr sz="2000">
                <a:solidFill>
                  <a:srgbClr val="DED5C5"/>
                </a:solidFill>
              </a:rPr>
              <a:t>Planning horizon: 24 months</a:t>
            </a:r>
          </a:p>
          <a:p>
            <a:pPr/>
            <a:r>
              <a:rPr sz="2000">
                <a:solidFill>
                  <a:srgbClr val="DED5C5"/>
                </a:solidFill>
              </a:rPr>
              <a:t>Illustrative annual rate: 8%</a:t>
            </a:r>
          </a:p>
          <a:p>
            <a:pPr/>
            <a:r>
              <a:rPr sz="2000">
                <a:solidFill>
                  <a:srgbClr val="DED5C5"/>
                </a:solidFill>
              </a:rPr>
              <a:t>Projected value after horizon: 129,666</a:t>
            </a:r>
          </a:p>
          <a:p>
            <a:pPr/>
            <a:r>
              <a:rPr sz="2000">
                <a:solidFill>
                  <a:srgbClr val="DED5C5"/>
                </a:solidFill>
              </a:rPr>
              <a:t>Monthly income: 40,000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Savings Projection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Saving 5,000 each month for 24 months at an 8% annual rate yields a projected value of 129,666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Loan Calculation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Loan principal: 300,000</a:t>
            </a:r>
          </a:p>
          <a:p>
            <a:pPr/>
            <a:r>
              <a:rPr sz="2000">
                <a:solidFill>
                  <a:srgbClr val="DED5C5"/>
                </a:solidFill>
              </a:rPr>
              <a:t>Loan annual rate: 10%</a:t>
            </a:r>
          </a:p>
          <a:p>
            <a:pPr/>
            <a:r>
              <a:rPr sz="2000">
                <a:solidFill>
                  <a:srgbClr val="DED5C5"/>
                </a:solidFill>
              </a:rPr>
              <a:t>Loan term: 3 years</a:t>
            </a:r>
          </a:p>
          <a:p>
            <a:pPr/>
            <a:r>
              <a:rPr sz="2000">
                <a:solidFill>
                  <a:srgbClr val="DED5C5"/>
                </a:solidFill>
              </a:rPr>
              <a:t>Estimated EMI: 9,680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Finora provides clear, assumption‑driven financial calculations</a:t>
            </a:r>
          </a:p>
          <a:p>
            <a:pPr/>
            <a:r>
              <a:rPr sz="2000">
                <a:solidFill>
                  <a:srgbClr val="DED5C5"/>
                </a:solidFill>
              </a:rPr>
              <a:t>Use Finora to explore savings growth, loan costs, and other money concepts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Figures from the material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monthly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horizon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illustrative annual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projected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129666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monthly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