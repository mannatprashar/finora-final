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1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>
                <a:solidFill>
                  <a:srgbClr val="F3EFE6"/>
                </a:solidFill>
                <a:latin typeface="Calibri"/>
              </a:rPr>
              <a:t>What is the debt-to-equity ratio?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D99169"/>
                </a:solidFill>
              </a:rPr>
              <a:t>Finora · educational briefing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1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F3EFE6"/>
                </a:solidFill>
                <a:latin typeface="Calibri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solidFill>
                  <a:srgbClr val="DED5C5"/>
                </a:solidFill>
              </a:rPr>
              <a:t>The debt-to-equity ratio is a financial metric that compares a company’s debt financing to its equity.</a:t>
            </a:r>
          </a:p>
          <a:p>
            <a:pPr/>
            <a:r>
              <a:rPr sz="2000">
                <a:solidFill>
                  <a:srgbClr val="DED5C5"/>
                </a:solidFill>
              </a:rPr>
              <a:t>It helps stakeholders assess how much of the business is funded by creditors versus owners.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1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F3EFE6"/>
                </a:solidFill>
                <a:latin typeface="Calibri"/>
              </a:rPr>
              <a:t>Major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solidFill>
                  <a:srgbClr val="DED5C5"/>
                </a:solidFill>
              </a:rPr>
              <a:t>A higher debt-to-equity ratio indicates greater leverage and therefore higher financial risk.</a:t>
            </a:r>
          </a:p>
          <a:p>
            <a:pPr/>
            <a:r>
              <a:rPr sz="2000">
                <a:solidFill>
                  <a:srgbClr val="DED5C5"/>
                </a:solidFill>
              </a:rPr>
              <a:t>The ratio is one of two key leverage ratios; the other is the equity multiplier.</a:t>
            </a:r>
          </a:p>
          <a:p>
            <a:pPr/>
            <a:r>
              <a:rPr sz="2000">
                <a:solidFill>
                  <a:srgbClr val="DED5C5"/>
                </a:solidFill>
              </a:rPr>
              <a:t>Leverage ratios are used to evaluate a firm’s capital structure and its ability to meet obligations.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1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F3EFE6"/>
                </a:solidFill>
                <a:latin typeface="Calibri"/>
              </a:rPr>
              <a:t>Illustrative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solidFill>
                  <a:srgbClr val="DED5C5"/>
                </a:solidFill>
              </a:rPr>
              <a:t>If a company’s total debt equals its total equity, the debt-to-equity ratio equals 1, showing balanced financing.</a:t>
            </a:r>
          </a:p>
          <a:p>
            <a:pPr/>
            <a:r>
              <a:rPr sz="2000">
                <a:solidFill>
                  <a:srgbClr val="DED5C5"/>
                </a:solidFill>
              </a:rPr>
              <a:t>When debt exceeds equity, the ratio rises above 1, signaling increased reliance on borrowed funds.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1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F3EFE6"/>
                </a:solidFill>
                <a:latin typeface="Calibri"/>
              </a:rPr>
              <a:t>Implications of the Ratio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solidFill>
                  <a:srgbClr val="DED5C5"/>
                </a:solidFill>
              </a:rPr>
              <a:t>Investors use the ratio to gauge the risk of investing in a company.</a:t>
            </a:r>
          </a:p>
          <a:p>
            <a:pPr/>
            <a:r>
              <a:rPr sz="2000">
                <a:solidFill>
                  <a:srgbClr val="DED5C5"/>
                </a:solidFill>
              </a:rPr>
              <a:t>Lenders consider it when deciding on credit terms and interest rates.</a:t>
            </a:r>
          </a:p>
          <a:p>
            <a:pPr/>
            <a:r>
              <a:rPr sz="2000">
                <a:solidFill>
                  <a:srgbClr val="DED5C5"/>
                </a:solidFill>
              </a:rPr>
              <a:t>Management may adjust the ratio to achieve an optimal mix of debt and equity.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1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F3EFE6"/>
                </a:solidFill>
                <a:latin typeface="Calibri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solidFill>
                  <a:srgbClr val="DED5C5"/>
                </a:solidFill>
              </a:rPr>
              <a:t>The debt-to-equity ratio provides a clear snapshot of a firm’s financial leverage.</a:t>
            </a:r>
          </a:p>
          <a:p>
            <a:pPr/>
            <a:r>
              <a:rPr sz="2000">
                <a:solidFill>
                  <a:srgbClr val="DED5C5"/>
                </a:solidFill>
              </a:rPr>
              <a:t>Understanding this ratio aids in making informed decisions about financing, investing, and risk management.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1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F3EFE6"/>
                </a:solidFill>
                <a:latin typeface="Calibri"/>
              </a:rPr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solidFill>
                  <a:srgbClr val="DED5C5"/>
                </a:solidFill>
              </a:rPr>
              <a:t>Financial Management for Small Businesses.pdf (Page 180) – identifies debt-to-equity ratio and equity multiplier as key leverage ratios.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1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F3EFE6"/>
                </a:solidFill>
                <a:latin typeface="Calibri"/>
              </a:rPr>
              <a:t>Figures from the material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51560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411480">
                <a:tc>
                  <a:txBody>
                    <a:bodyPr/>
                    <a:lstStyle/>
                    <a:p>
                      <a:r>
                        <a:t>Label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t>Page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