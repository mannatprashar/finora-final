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In the 21 percent tax example, what is the after-tax cost of $1,000 of interest versus $1,000 of div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D99169"/>
                </a:solidFill>
              </a:rPr>
              <a:t>Finora · educational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Corporate tax rate is 21 %, affecting how expenses are treated for tax purposes.</a:t>
            </a:r>
          </a:p>
          <a:p>
            <a:pPr/>
            <a:r>
              <a:rPr sz="2000">
                <a:solidFill>
                  <a:srgbClr val="DED5C5"/>
                </a:solidFill>
              </a:rPr>
              <a:t>Interest expense is tax‑deductible, creating a tax saving for the firm.</a:t>
            </a:r>
          </a:p>
          <a:p>
            <a:pPr/>
            <a:r>
              <a:rPr sz="2000">
                <a:solidFill>
                  <a:srgbClr val="DED5C5"/>
                </a:solidFill>
              </a:rPr>
              <a:t>Dividends (or withdrawals) are not tax‑deductible, so no tax saving occurs.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After‑tax cost = Pre‑tax amount – Tax savings.</a:t>
            </a:r>
          </a:p>
          <a:p>
            <a:pPr/>
            <a:r>
              <a:rPr sz="2000">
                <a:solidFill>
                  <a:srgbClr val="DED5C5"/>
                </a:solidFill>
              </a:rPr>
              <a:t>Tax savings for interest = $1,000 × 0.21 = $210.</a:t>
            </a:r>
          </a:p>
          <a:p>
            <a:pPr/>
            <a:r>
              <a:rPr sz="2000">
                <a:solidFill>
                  <a:srgbClr val="DED5C5"/>
                </a:solidFill>
              </a:rPr>
              <a:t>Because dividends have no deduction, their tax savings are $0.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Example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Interest: $1,000 – $210 = **$790** after‑tax cost to the firm.</a:t>
            </a:r>
          </a:p>
          <a:p>
            <a:pPr/>
            <a:r>
              <a:rPr sz="2000">
                <a:solidFill>
                  <a:srgbClr val="DED5C5"/>
                </a:solidFill>
              </a:rPr>
              <a:t>Dividends: $1,000 – $0 = **$1,000** after‑tax cost to the firm.</a:t>
            </a:r>
          </a:p>
          <a:p>
            <a:pPr/>
            <a:r>
              <a:rPr sz="2000">
                <a:solidFill>
                  <a:srgbClr val="DED5C5"/>
                </a:solidFill>
              </a:rPr>
              <a:t>Thus, the firm effectively spends $790 for $1,000 of interest but must spend the full $1,000 for $1,000 of dividends.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Implications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Interest financing is cheaper than equity financing when the corporate tax rate is 21 % because of the deductible nature of interest.</a:t>
            </a:r>
          </a:p>
          <a:p>
            <a:pPr/>
            <a:r>
              <a:rPr sz="2000">
                <a:solidFill>
                  <a:srgbClr val="DED5C5"/>
                </a:solidFill>
              </a:rPr>
              <a:t>The after‑tax cost difference ($790 vs. $1,000) illustrates the tax advantage of debt.</a:t>
            </a:r>
          </a:p>
          <a:p>
            <a:pPr/>
            <a:r>
              <a:rPr sz="2000">
                <a:solidFill>
                  <a:srgbClr val="DED5C5"/>
                </a:solidFill>
              </a:rPr>
              <a:t>Corporations may prefer debt over equity to reduce after‑tax cash outflows.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Financial Management for Small Businesses.pdf (Page 90) – provides the table and calculations used above.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Figures from the material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11480">
                <a:tc>
                  <a:txBody>
                    <a:bodyPr/>
                    <a:lstStyle/>
                    <a:p>
                      <a: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In 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In the example that assumes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ng when the corporate tax 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Consider a firm 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for dividends in this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