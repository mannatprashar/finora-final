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D99169"/>
                </a:solidFill>
              </a:rPr>
              <a:t>Finora · educational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Overview of India's annual GDP growth from 2019 through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Yearly Growth Figures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2019: 4.0%</a:t>
            </a:r>
          </a:p>
          <a:p>
            <a:pPr/>
            <a:r>
              <a:rPr sz="2000">
                <a:solidFill>
                  <a:srgbClr val="DED5C5"/>
                </a:solidFill>
              </a:rPr>
              <a:t>2020: -6.6%</a:t>
            </a:r>
          </a:p>
          <a:p>
            <a:pPr/>
            <a:r>
              <a:rPr sz="2000">
                <a:solidFill>
                  <a:srgbClr val="DED5C5"/>
                </a:solidFill>
              </a:rPr>
              <a:t>2021: 8.7%</a:t>
            </a:r>
          </a:p>
          <a:p>
            <a:pPr/>
            <a:r>
              <a:rPr sz="2000">
                <a:solidFill>
                  <a:srgbClr val="DED5C5"/>
                </a:solidFill>
              </a:rPr>
              <a:t>2022: 7.2%</a:t>
            </a:r>
          </a:p>
          <a:p>
            <a:pPr/>
            <a:r>
              <a:rPr sz="2000">
                <a:solidFill>
                  <a:srgbClr val="DED5C5"/>
                </a:solidFill>
              </a:rPr>
              <a:t>2023: 8.2%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Major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Sharp contraction in 2020 with a -6.6% decline</a:t>
            </a:r>
          </a:p>
          <a:p>
            <a:pPr/>
            <a:r>
              <a:rPr sz="2000">
                <a:solidFill>
                  <a:srgbClr val="DED5C5"/>
                </a:solidFill>
              </a:rPr>
              <a:t>Strong rebound in 2021 at 8.7% growth</a:t>
            </a:r>
          </a:p>
          <a:p>
            <a:pPr/>
            <a:r>
              <a:rPr sz="2000">
                <a:solidFill>
                  <a:srgbClr val="DED5C5"/>
                </a:solidFill>
              </a:rPr>
              <a:t>Sustained high growth rates above 6% from 2022 to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Example: 2021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GDP growth surged to 8.7% in 2021 after the 2020 downturn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India recovered quickly from the 2020 contraction</a:t>
            </a:r>
          </a:p>
          <a:p>
            <a:pPr/>
            <a:r>
              <a:rPr sz="2000">
                <a:solidFill>
                  <a:srgbClr val="DED5C5"/>
                </a:solidFill>
              </a:rPr>
              <a:t>Growth remained robust, staying above 6% through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Figures from the material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GDP growth 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GDP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